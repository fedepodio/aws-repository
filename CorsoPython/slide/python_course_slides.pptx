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Livello 1 – Fondamenti di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Python tutorial for beginners</a:t>
            </a:r>
          </a:p>
          <a:p>
            <a:r>
              <a:t>Variables, Type casting</a:t>
            </a:r>
          </a:p>
          <a:p>
            <a:r>
              <a:t>User input</a:t>
            </a:r>
          </a:p>
          <a:p>
            <a:r>
              <a:t>If statements, logical operators</a:t>
            </a:r>
          </a:p>
          <a:p>
            <a:r>
              <a:t>Strings e metodi</a:t>
            </a:r>
          </a:p>
          <a:p>
            <a:r>
              <a:t>Loops: while, for, nested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Livello 2 – Programmazione Pratica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Calculator, Weight/Temperature converter</a:t>
            </a:r>
          </a:p>
          <a:p>
            <a:r>
              <a:t>Compound Interest, Countdown Timer</a:t>
            </a:r>
          </a:p>
          <a:p>
            <a:r>
              <a:t>Liste, Set, Tuple, Dizionari</a:t>
            </a:r>
          </a:p>
          <a:p>
            <a:r>
              <a:t>2D collections, List comprehensions</a:t>
            </a:r>
          </a:p>
          <a:p>
            <a:r>
              <a:t>Giochi: Guessing, RPS, Dice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Livello 3 – Funzioni &amp; Moduli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Functions, Default/Keyword args</a:t>
            </a:r>
          </a:p>
          <a:p>
            <a:r>
              <a:t>*args e **kwargs</a:t>
            </a:r>
          </a:p>
          <a:p>
            <a:r>
              <a:t>Modules, Scope</a:t>
            </a:r>
          </a:p>
          <a:p>
            <a:r>
              <a:t>if __name__ == '__main__'</a:t>
            </a:r>
          </a:p>
          <a:p>
            <a:r>
              <a:t>Match-case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Livello 4 – Programmazione a Oggetti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OOP, Class variables</a:t>
            </a:r>
          </a:p>
          <a:p>
            <a:r>
              <a:t>Inheritance, Multiple inheritance</a:t>
            </a:r>
          </a:p>
          <a:p>
            <a:r>
              <a:t>super(), Polymorphism</a:t>
            </a:r>
          </a:p>
          <a:p>
            <a:r>
              <a:t>Duck typing</a:t>
            </a:r>
          </a:p>
          <a:p>
            <a:r>
              <a:t>Static &amp; Class methods</a:t>
            </a:r>
          </a:p>
          <a:p>
            <a:r>
              <a:t>Magic methods, @property, Decorators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Livello 5 – Files &amp; Threading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Exception handling</a:t>
            </a:r>
          </a:p>
          <a:p>
            <a:r>
              <a:t>File detection, Writing &amp; Reading files</a:t>
            </a:r>
          </a:p>
          <a:p>
            <a:r>
              <a:t>Dates &amp; times</a:t>
            </a:r>
          </a:p>
          <a:p>
            <a:r>
              <a:t>Multithreading</a:t>
            </a:r>
          </a:p>
          <a:p>
            <a:r>
              <a:t>Request API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Livello 6 – PyQt5 GUI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Intro GUI</a:t>
            </a:r>
          </a:p>
          <a:p>
            <a:r>
              <a:t>Labels, Images</a:t>
            </a:r>
          </a:p>
          <a:p>
            <a:r>
              <a:t>Layout managers</a:t>
            </a:r>
          </a:p>
          <a:p>
            <a:r>
              <a:t>Buttons, Checkboxes, Radiobuttons</a:t>
            </a:r>
          </a:p>
          <a:p>
            <a:r>
              <a:t>Line edits, CSS styles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Livello 7 – Progetti Finali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Shopping cart, Quiz game</a:t>
            </a:r>
          </a:p>
          <a:p>
            <a:r>
              <a:t>Banking, Encryption, Hangman</a:t>
            </a:r>
          </a:p>
          <a:p>
            <a:r>
              <a:t>Slot Machine</a:t>
            </a:r>
          </a:p>
          <a:p>
            <a:r>
              <a:t>Alarm Clock, Digital Clock, Stopwatch</a:t>
            </a:r>
          </a:p>
          <a:p>
            <a:r>
              <a:t>Weather API 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