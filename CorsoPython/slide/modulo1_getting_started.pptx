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Modulo 1 – Getting Started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Fondamenti di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tutorial for beginners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Cos’è Python e perché usarlo</a:t>
            </a:r>
          </a:p>
          <a:p>
            <a:pPr/>
            <a:r>
              <a:t>• Installazione e primo script</a:t>
            </a:r>
          </a:p>
          <a:p>
            <a:pPr/>
            <a:r>
              <a:t>• Eseguire programmi da terminale</a:t>
            </a:r>
          </a:p>
          <a:p>
            <a:pPr/>
            <a:r>
              <a:t>• Convenzioni base di sintassi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Assegnazione con '='</a:t>
            </a:r>
          </a:p>
          <a:p>
            <a:pPr/>
            <a:r>
              <a:t>• Convenzioni dei nomi</a:t>
            </a:r>
          </a:p>
          <a:p>
            <a:pPr/>
            <a:r>
              <a:t>• Tipizzazione dinamica</a:t>
            </a:r>
          </a:p>
          <a:p>
            <a:pPr/>
            <a:r>
              <a:t>• Buone pratiche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int(), float(), str()</a:t>
            </a:r>
          </a:p>
          <a:p>
            <a:pPr/>
            <a:r>
              <a:t>• Conversioni implicite vs esplicite</a:t>
            </a:r>
          </a:p>
          <a:p>
            <a:pPr/>
            <a:r>
              <a:t>• Errori comuni</a:t>
            </a:r>
          </a:p>
          <a:p>
            <a:pPr/>
            <a:r>
              <a:t>• Esempi pratici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input() e lettura da tastiera</a:t>
            </a:r>
          </a:p>
          <a:p>
            <a:pPr/>
            <a:r>
              <a:t>• Convertilo con int/float</a:t>
            </a:r>
          </a:p>
          <a:p>
            <a:pPr/>
            <a:r>
              <a:t>• Prompt personalizzati</a:t>
            </a:r>
          </a:p>
          <a:p>
            <a:pPr/>
            <a:r>
              <a:t>• Esempio: eco dell’utente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